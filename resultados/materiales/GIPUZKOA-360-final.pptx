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c83001cf964a49" /><Relationship Type="http://schemas.openxmlformats.org/officeDocument/2006/relationships/extended-properties" Target="/docProps/app.xml" Id="R8c0af76df6a248dd" /><Relationship Type="http://schemas.openxmlformats.org/officeDocument/2006/relationships/officeDocument" Target="/ppt/presentation.xml" Id="R3a6154ee45aa4e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834fc4e0f54a4c"/>
  </p:sldMasterIdLst>
  <p:notesMasterIdLst>
    <p:notesMasterId xmlns:r="http://schemas.openxmlformats.org/officeDocument/2006/relationships" r:id="R0531e84144a64af2"/>
  </p:notesMasterIdLst>
  <p:sldIdLst>
    <p:sldId xmlns:r="http://schemas.openxmlformats.org/officeDocument/2006/relationships" id="256" r:id="Rff8e7ccb193e4f12"/>
    <p:sldId xmlns:r="http://schemas.openxmlformats.org/officeDocument/2006/relationships" id="257" r:id="R10f4973bc9d44b21"/>
    <p:sldId xmlns:r="http://schemas.openxmlformats.org/officeDocument/2006/relationships" id="258" r:id="Re55975f3dad141ac"/>
    <p:sldId xmlns:r="http://schemas.openxmlformats.org/officeDocument/2006/relationships" id="259" r:id="Re1fd6731934146ea"/>
    <p:sldId xmlns:r="http://schemas.openxmlformats.org/officeDocument/2006/relationships" id="260" r:id="R37a8a055474b42cc"/>
    <p:sldId xmlns:r="http://schemas.openxmlformats.org/officeDocument/2006/relationships" id="261" r:id="Rfec8532dea39403a"/>
    <p:sldId xmlns:r="http://schemas.openxmlformats.org/officeDocument/2006/relationships" id="262" r:id="R63156ad642e74f36"/>
    <p:sldId xmlns:r="http://schemas.openxmlformats.org/officeDocument/2006/relationships" id="263" r:id="R093068f6a9324a44"/>
    <p:sldId xmlns:r="http://schemas.openxmlformats.org/officeDocument/2006/relationships" id="264" r:id="Re344c8980d624356"/>
  </p:sldIdLst>
  <p:sldSz cx="15925800" cy="89630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7890bfde27405c" /><Relationship Type="http://schemas.openxmlformats.org/officeDocument/2006/relationships/slideMaster" Target="/ppt/slideMasters/slideMaster1.xml" Id="R22834fc4e0f54a4c" /><Relationship Type="http://schemas.openxmlformats.org/officeDocument/2006/relationships/notesMaster" Target="/ppt/notesMasters/notesMaster1.xml" Id="R0531e84144a64af2" /><Relationship Type="http://schemas.openxmlformats.org/officeDocument/2006/relationships/presProps" Target="/ppt/presProps.xml" Id="Raa2e47156c7e4d69" /><Relationship Type="http://schemas.openxmlformats.org/officeDocument/2006/relationships/tableStyles" Target="/ppt/tableStyles.xml" Id="R1efb967639524bfa" /><Relationship Type="http://schemas.openxmlformats.org/officeDocument/2006/relationships/slide" Target="/ppt/slides/slide1.xml" Id="Rff8e7ccb193e4f12" /><Relationship Type="http://schemas.openxmlformats.org/officeDocument/2006/relationships/slide" Target="/ppt/slides/slide2.xml" Id="R10f4973bc9d44b21" /><Relationship Type="http://schemas.openxmlformats.org/officeDocument/2006/relationships/slide" Target="/ppt/slides/slide3.xml" Id="Re55975f3dad141ac" /><Relationship Type="http://schemas.openxmlformats.org/officeDocument/2006/relationships/slide" Target="/ppt/slides/slide4.xml" Id="Re1fd6731934146ea" /><Relationship Type="http://schemas.openxmlformats.org/officeDocument/2006/relationships/slide" Target="/ppt/slides/slide5.xml" Id="R37a8a055474b42cc" /><Relationship Type="http://schemas.openxmlformats.org/officeDocument/2006/relationships/slide" Target="/ppt/slides/slide6.xml" Id="Rfec8532dea39403a" /><Relationship Type="http://schemas.openxmlformats.org/officeDocument/2006/relationships/slide" Target="/ppt/slides/slide7.xml" Id="R63156ad642e74f36" /><Relationship Type="http://schemas.openxmlformats.org/officeDocument/2006/relationships/slide" Target="/ppt/slides/slide8.xml" Id="R093068f6a9324a44" /><Relationship Type="http://schemas.openxmlformats.org/officeDocument/2006/relationships/slide" Target="/ppt/slides/slide9.xml" Id="Re344c8980d6243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f310f7801449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b5eba52076459a" /><Relationship Type="http://schemas.openxmlformats.org/officeDocument/2006/relationships/notesMaster" Target="/ppt/notesMasters/notesMaster1.xml" Id="Rf16842d7494d4e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9b6058271a45d2" /><Relationship Type="http://schemas.openxmlformats.org/officeDocument/2006/relationships/notesMaster" Target="/ppt/notesMasters/notesMaster1.xml" Id="Rf4e096088596458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910d9dc02d74766" /><Relationship Type="http://schemas.openxmlformats.org/officeDocument/2006/relationships/notesMaster" Target="/ppt/notesMasters/notesMaster1.xml" Id="R81555be8ea9e45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874cec746f4f04" /><Relationship Type="http://schemas.openxmlformats.org/officeDocument/2006/relationships/notesMaster" Target="/ppt/notesMasters/notesMaster1.xml" Id="Rca21785c5aa943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b668e1a3c34d51" /><Relationship Type="http://schemas.openxmlformats.org/officeDocument/2006/relationships/notesMaster" Target="/ppt/notesMasters/notesMaster1.xml" Id="Rd2ab23d8a1a945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3eae08ee03482b" /><Relationship Type="http://schemas.openxmlformats.org/officeDocument/2006/relationships/notesMaster" Target="/ppt/notesMasters/notesMaster1.xml" Id="Re2ce5569bfeb40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ab3dfc792d44cb" /><Relationship Type="http://schemas.openxmlformats.org/officeDocument/2006/relationships/notesMaster" Target="/ppt/notesMasters/notesMaster1.xml" Id="R80b20608c63549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bcc3c34f9564c42" /><Relationship Type="http://schemas.openxmlformats.org/officeDocument/2006/relationships/notesMaster" Target="/ppt/notesMasters/notesMaster1.xml" Id="R1606ce53c97b42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12a1ce771d47b8" /><Relationship Type="http://schemas.openxmlformats.org/officeDocument/2006/relationships/notesMaster" Target="/ppt/notesMasters/notesMaster1.xml" Id="Rdd863c03933e4a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2490517b3047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6a64fa4796446b" /><Relationship Type="http://schemas.openxmlformats.org/officeDocument/2006/relationships/slideLayout" Target="/ppt/slideLayouts/slideLayout1.xml" Id="Rc37044b0a68343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7044b0a68343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743917ebd74b55" /><Relationship Type="http://schemas.openxmlformats.org/officeDocument/2006/relationships/image" Target="/ppt/media/image.jpeg" Id="Rc5c9b6c33ebb4237" /><Relationship Type="http://schemas.openxmlformats.org/officeDocument/2006/relationships/notesSlide" Target="/ppt/notesSlides/notesSlide1.xml" Id="R4dd739d3724744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d29ed78284921" /><Relationship Type="http://schemas.openxmlformats.org/officeDocument/2006/relationships/image" Target="/ppt/media/image.png" Id="Rbde820383db8449c" /><Relationship Type="http://schemas.openxmlformats.org/officeDocument/2006/relationships/notesSlide" Target="/ppt/notesSlides/notesSlide2.xml" Id="R8d9ed8d6a48447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896d81a3d34d1f" /><Relationship Type="http://schemas.openxmlformats.org/officeDocument/2006/relationships/image" Target="/ppt/media/image2.png" Id="R7557a421fe0c413b" /><Relationship Type="http://schemas.openxmlformats.org/officeDocument/2006/relationships/notesSlide" Target="/ppt/notesSlides/notesSlide3.xml" Id="R2edfe9ec25be47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d4ad46bd88441f" /><Relationship Type="http://schemas.openxmlformats.org/officeDocument/2006/relationships/image" Target="/ppt/media/image3.png" Id="R4325b09c9c6d4b40" /><Relationship Type="http://schemas.openxmlformats.org/officeDocument/2006/relationships/notesSlide" Target="/ppt/notesSlides/notesSlide4.xml" Id="R4dbc4a1f35224c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daafcd1c9249a8" /><Relationship Type="http://schemas.openxmlformats.org/officeDocument/2006/relationships/image" Target="/ppt/media/image4.png" Id="R9ec72eb963ef41b2" /><Relationship Type="http://schemas.openxmlformats.org/officeDocument/2006/relationships/notesSlide" Target="/ppt/notesSlides/notesSlide5.xml" Id="R61aca9af120b4a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7f11b22b35425c" /><Relationship Type="http://schemas.openxmlformats.org/officeDocument/2006/relationships/image" Target="/ppt/media/image5.png" Id="R047a9872ec394413" /><Relationship Type="http://schemas.openxmlformats.org/officeDocument/2006/relationships/notesSlide" Target="/ppt/notesSlides/notesSlide6.xml" Id="R856101a1b63e4d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6a1ea636843ee" /><Relationship Type="http://schemas.openxmlformats.org/officeDocument/2006/relationships/image" Target="/ppt/media/image6.png" Id="R62a349b282b24c02" /><Relationship Type="http://schemas.openxmlformats.org/officeDocument/2006/relationships/notesSlide" Target="/ppt/notesSlides/notesSlide7.xml" Id="R4cddee8bb93743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67b780f01c4827" /><Relationship Type="http://schemas.openxmlformats.org/officeDocument/2006/relationships/image" Target="/ppt/media/image7.png" Id="Rc15d01f0ae414d60" /><Relationship Type="http://schemas.openxmlformats.org/officeDocument/2006/relationships/notesSlide" Target="/ppt/notesSlides/notesSlide8.xml" Id="R5d014381c4ac457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4a21528a847dd" /><Relationship Type="http://schemas.openxmlformats.org/officeDocument/2006/relationships/image" Target="/ppt/media/image8.png" Id="R7bf61f9633bd4d2b" /><Relationship Type="http://schemas.openxmlformats.org/officeDocument/2006/relationships/notesSlide" Target="/ppt/notesSlides/notesSlide9.xml" Id="R4d60c84471a84cc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c9b6c33ebb4237"/>
          <a:stretch xmlns:a="http://schemas.openxmlformats.org/drawingml/2006/main"/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0142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820383db8449c"/>
          <a:stretch xmlns:a="http://schemas.openxmlformats.org/drawingml/2006/main"/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9047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7a421fe0c413b"/>
          <a:stretch xmlns:a="http://schemas.openxmlformats.org/drawingml/2006/main"/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96425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25b09c9c6d4b40"/>
          <a:stretch xmlns:a="http://schemas.openxmlformats.org/drawingml/2006/main"/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08031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c72eb963ef41b2"/>
          <a:stretch xmlns:a="http://schemas.openxmlformats.org/drawingml/2006/main"/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1417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7a9872ec394413"/>
          <a:stretch xmlns:a="http://schemas.openxmlformats.org/drawingml/2006/main"/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8323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a349b282b24c02"/>
          <a:stretch xmlns:a="http://schemas.openxmlformats.org/drawingml/2006/main"/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59556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5d01f0ae414d60"/>
          <a:stretch xmlns:a="http://schemas.openxmlformats.org/drawingml/2006/main"/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7373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f61f9633bd4d2b"/>
          <a:stretch xmlns:a="http://schemas.openxmlformats.org/drawingml/2006/main"/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866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2026-10-04T21:26:53.9780000Z</dcterms:created>
  <dcterms:modified xsi:type="dcterms:W3CDTF">2026-10-04T21:26:53.9780000Z</dcterms:modified>
</coreProperties>
</file>