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4b6faf16d925098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h4b6faf16d925098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4b6faf16d925098d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4b6faf16d925098d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h4b6faf16d925098d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h4b6faf16d925098d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h4b6faf16d925098d_2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h4b6faf16d925098d_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h4b6faf16d925098d_2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h4b6faf16d925098d_2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4b6faf16d925098d_2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h4b6faf16d925098d_2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h4b6faf16d925098d_2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h4b6faf16d925098d_2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6" name="Google Shape;56;p13" title="Imagen de ChatGPT 3 oct 2026, 00_28_29-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3" name="Google Shape;63;p14" title="Imagen de ChatGPT 3 oct 2026, 00_28_31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0" name="Google Shape;70;p15" title="Imagen de ChatGPT 3 oct 2026, 00_28_32-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7" name="Google Shape;77;p16" title="Imagen de ChatGPT 3 oct 2026, 00_28_35-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17" title="Imagen de ChatGPT 3 oct 2026, 00_28_37-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1" name="Google Shape;91;p18" title="Imagen de ChatGPT 3 oct 2026, 00_28_39-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8" name="Google Shape;98;p19" title="Imagen de ChatGPT 3 oct 2026, 00_28_41-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5" name="Google Shape;105;p20" title="Imagen de ChatGPT 3 oct 2026, 00_28_43-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